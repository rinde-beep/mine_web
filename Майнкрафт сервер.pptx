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3EFE07-9ABE-4F0A-9A1C-59B252BF1495}" v="659" dt="2025-05-18T17:57:18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8T17:55:03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9922 12566 16383 0 0,'4'0'0'0'0,"5"-4"0"0"0,18-1 0 0 0,19 0 0 0 0,15 4 0 0 0,0 4 0 0 0,-10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8T17:55:03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10265 12435 16383 0 0,'-4'-4'0'0'0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8T17:55:03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10213 12356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8T17:55:02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11721 7514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8T17:55:02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18177 6853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8T17:55:02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11192 4524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8T17:55:02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11192 4524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8T17:55:03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11192 4524 16383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8T17:55:03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11192 4524 16383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8T17:55:03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20003 10557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5/18/2025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985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5/18/2025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51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5/18/2025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840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5/18/2025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65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5/18/2025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472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5/18/2025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931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5/18/2025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202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5/18/2025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938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5/18/2025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434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5/18/2025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048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5/18/2025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738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5/18/2025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3466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3.png"/><Relationship Id="rId7" Type="http://schemas.openxmlformats.org/officeDocument/2006/relationships/customXml" Target="../ink/ink8.xml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.xml"/><Relationship Id="rId5" Type="http://schemas.openxmlformats.org/officeDocument/2006/relationships/customXml" Target="../ink/ink6.xml"/><Relationship Id="rId4" Type="http://schemas.openxmlformats.org/officeDocument/2006/relationships/customXml" Target="../ink/ink5.xml"/><Relationship Id="rId9" Type="http://schemas.openxmlformats.org/officeDocument/2006/relationships/customXml" Target="../ink/ink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4E1E48-4886-4152-BFB6-A174875C5D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Майнкрафт</a:t>
            </a:r>
            <a:r>
              <a:rPr lang="ru-RU" dirty="0"/>
              <a:t> сервер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E5DEA8-EF30-4708-9F8D-EF092B0D66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Глеб Уставщиков и Дархан Лыткин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001FC228-3546-4C13-DB89-2782FC7E8ABE}"/>
                  </a:ext>
                </a:extLst>
              </p14:cNvPr>
              <p14:cNvContentPartPr/>
              <p14:nvPr/>
            </p14:nvContentPartPr>
            <p14:xfrm>
              <a:off x="2294466" y="3466121"/>
              <a:ext cx="93332" cy="8466"/>
            </p14:xfrm>
          </p:contentPart>
        </mc:Choice>
        <mc:Fallback xmlns=""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001FC228-3546-4C13-DB89-2782FC7E8A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76877" y="3437901"/>
                <a:ext cx="128870" cy="64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BD8090BA-0EF1-C5FF-261B-CA2EA620F72F}"/>
                  </a:ext>
                </a:extLst>
              </p14:cNvPr>
              <p14:cNvContentPartPr/>
              <p14:nvPr/>
            </p14:nvContentPartPr>
            <p14:xfrm>
              <a:off x="2403094" y="3427560"/>
              <a:ext cx="8466" cy="8466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BD8090BA-0EF1-C5FF-261B-CA2EA620F7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18434" y="3344593"/>
                <a:ext cx="176093" cy="1760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6EF3B401-0399-1022-BA89-7E4B01E06D2B}"/>
                  </a:ext>
                </a:extLst>
              </p14:cNvPr>
              <p14:cNvContentPartPr/>
              <p14:nvPr/>
            </p14:nvContentPartPr>
            <p14:xfrm>
              <a:off x="2387600" y="3403600"/>
              <a:ext cx="8466" cy="8466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6EF3B401-0399-1022-BA89-7E4B01E06D2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72766" y="2980300"/>
                <a:ext cx="846600" cy="84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2971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303E4FD6-034F-D3E6-DBC7-605486FD9D16}"/>
                  </a:ext>
                </a:extLst>
              </p14:cNvPr>
              <p14:cNvContentPartPr/>
              <p14:nvPr/>
            </p14:nvContentPartPr>
            <p14:xfrm>
              <a:off x="2870200" y="1854200"/>
              <a:ext cx="8466" cy="8466"/>
            </p14:xfrm>
          </p:contentPart>
        </mc:Choice>
        <mc:Fallback xmlns=""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303E4FD6-034F-D3E6-DBC7-605486FD9D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46900" y="1430900"/>
                <a:ext cx="846600" cy="8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3E696025-026C-4D58-38B1-552E45A6D4ED}"/>
                  </a:ext>
                </a:extLst>
              </p14:cNvPr>
              <p14:cNvContentPartPr/>
              <p14:nvPr/>
            </p14:nvContentPartPr>
            <p14:xfrm>
              <a:off x="4936067" y="1642533"/>
              <a:ext cx="8466" cy="8466"/>
            </p14:xfrm>
          </p:contentPart>
        </mc:Choice>
        <mc:Fallback xmlns=""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3E696025-026C-4D58-38B1-552E45A6D4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21233" y="1227699"/>
                <a:ext cx="846600" cy="8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9202BB9F-0888-F5E8-EBFD-90301130A6A0}"/>
                  </a:ext>
                </a:extLst>
              </p14:cNvPr>
              <p14:cNvContentPartPr/>
              <p14:nvPr/>
            </p14:nvContentPartPr>
            <p14:xfrm>
              <a:off x="2700867" y="897467"/>
              <a:ext cx="8466" cy="8466"/>
            </p14:xfrm>
          </p:contentPart>
        </mc:Choice>
        <mc:Fallback xmlns=""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9202BB9F-0888-F5E8-EBFD-90301130A6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6033" y="474167"/>
                <a:ext cx="846600" cy="8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A964FC39-AE7B-465A-82A2-0BA5F63EA787}"/>
                  </a:ext>
                </a:extLst>
              </p14:cNvPr>
              <p14:cNvContentPartPr/>
              <p14:nvPr/>
            </p14:nvContentPartPr>
            <p14:xfrm>
              <a:off x="2700867" y="897467"/>
              <a:ext cx="8466" cy="8466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A964FC39-AE7B-465A-82A2-0BA5F63EA7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6033" y="474167"/>
                <a:ext cx="846600" cy="8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BEFE3612-C42C-B780-8674-8B217390F840}"/>
                  </a:ext>
                </a:extLst>
              </p14:cNvPr>
              <p14:cNvContentPartPr/>
              <p14:nvPr/>
            </p14:nvContentPartPr>
            <p14:xfrm>
              <a:off x="2700867" y="897467"/>
              <a:ext cx="8466" cy="8466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BEFE3612-C42C-B780-8674-8B217390F8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6033" y="474167"/>
                <a:ext cx="846600" cy="8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3C8C4F86-D252-BC41-C8E8-4E5CD1EF7E6C}"/>
                  </a:ext>
                </a:extLst>
              </p14:cNvPr>
              <p14:cNvContentPartPr/>
              <p14:nvPr/>
            </p14:nvContentPartPr>
            <p14:xfrm>
              <a:off x="2700867" y="897467"/>
              <a:ext cx="8466" cy="8466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3C8C4F86-D252-BC41-C8E8-4E5CD1EF7E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6033" y="474167"/>
                <a:ext cx="846600" cy="846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38FC1E2-C499-3C58-2279-685EFC12C6DC}"/>
              </a:ext>
            </a:extLst>
          </p:cNvPr>
          <p:cNvSpPr txBox="1"/>
          <p:nvPr/>
        </p:nvSpPr>
        <p:spPr>
          <a:xfrm>
            <a:off x="3369733" y="1391612"/>
            <a:ext cx="882226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Сайт по </a:t>
            </a:r>
            <a:r>
              <a:rPr lang="ru-RU" dirty="0" err="1"/>
              <a:t>маинкрафт</a:t>
            </a:r>
            <a:r>
              <a:rPr lang="ru-RU" dirty="0"/>
              <a:t> серверу</a:t>
            </a:r>
          </a:p>
          <a:p>
            <a:endParaRPr lang="ru-R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Рукописный ввод 21">
                <a:extLst>
                  <a:ext uri="{FF2B5EF4-FFF2-40B4-BE49-F238E27FC236}">
                    <a16:creationId xmlns:a16="http://schemas.microsoft.com/office/drawing/2014/main" id="{56DB2BC6-F451-DE3A-76C4-DAF141F2FA3F}"/>
                  </a:ext>
                </a:extLst>
              </p14:cNvPr>
              <p14:cNvContentPartPr/>
              <p14:nvPr/>
            </p14:nvContentPartPr>
            <p14:xfrm>
              <a:off x="5520267" y="2827867"/>
              <a:ext cx="8466" cy="8466"/>
            </p14:xfrm>
          </p:contentPart>
        </mc:Choice>
        <mc:Fallback xmlns="">
          <p:pic>
            <p:nvPicPr>
              <p:cNvPr id="22" name="Рукописный ввод 21">
                <a:extLst>
                  <a:ext uri="{FF2B5EF4-FFF2-40B4-BE49-F238E27FC236}">
                    <a16:creationId xmlns:a16="http://schemas.microsoft.com/office/drawing/2014/main" id="{56DB2BC6-F451-DE3A-76C4-DAF141F2FA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05433" y="2413033"/>
                <a:ext cx="846600" cy="84660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4991070-3D5B-1761-892D-739CFA7454A0}"/>
              </a:ext>
            </a:extLst>
          </p:cNvPr>
          <p:cNvSpPr txBox="1"/>
          <p:nvPr/>
        </p:nvSpPr>
        <p:spPr>
          <a:xfrm>
            <a:off x="1502448" y="2543078"/>
            <a:ext cx="274320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Сделаны функции </a:t>
            </a:r>
            <a:r>
              <a:rPr lang="ru-RU" dirty="0" err="1"/>
              <a:t>аунтефикации</a:t>
            </a:r>
            <a:r>
              <a:rPr lang="ru-RU" dirty="0"/>
              <a:t> и профиля.</a:t>
            </a:r>
          </a:p>
          <a:p>
            <a:r>
              <a:rPr lang="ru-RU" dirty="0"/>
              <a:t>Сохранение входи при </a:t>
            </a:r>
            <a:r>
              <a:rPr lang="ru-RU"/>
              <a:t>помощи Flask-Login.</a:t>
            </a:r>
          </a:p>
          <a:p>
            <a:r>
              <a:rPr lang="ru-RU" dirty="0"/>
              <a:t>Защита от </a:t>
            </a:r>
            <a:r>
              <a:rPr lang="ru-RU" dirty="0" err="1"/>
              <a:t>Csrf</a:t>
            </a:r>
            <a:r>
              <a:rPr lang="ru-RU" dirty="0"/>
              <a:t> атак при помощи </a:t>
            </a:r>
            <a:r>
              <a:rPr lang="ru-RU"/>
              <a:t>flask-wtforms.</a:t>
            </a:r>
          </a:p>
          <a:p>
            <a:r>
              <a:rPr lang="ru-RU" dirty="0"/>
              <a:t>Использование </a:t>
            </a:r>
            <a:r>
              <a:rPr lang="ru-RU" dirty="0" err="1"/>
              <a:t>sqlalchemy</a:t>
            </a:r>
            <a:r>
              <a:rPr lang="ru-RU" dirty="0"/>
              <a:t> для работы с </a:t>
            </a:r>
            <a:r>
              <a:rPr lang="ru-RU" dirty="0" err="1"/>
              <a:t>orm</a:t>
            </a:r>
            <a:r>
              <a:rPr lang="ru-RU" dirty="0"/>
              <a:t> моделями базы данных </a:t>
            </a:r>
            <a:r>
              <a:rPr lang="ru-RU" dirty="0" err="1"/>
              <a:t>sqlite</a:t>
            </a:r>
            <a:r>
              <a:rPr lang="ru-RU" dirty="0"/>
              <a:t>. Хранение в базе данных не самих </a:t>
            </a:r>
            <a:r>
              <a:rPr lang="ru-RU"/>
              <a:t>паролей а их хешей.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24079A-638A-4322-6767-7BDCD298823F}"/>
              </a:ext>
            </a:extLst>
          </p:cNvPr>
          <p:cNvSpPr txBox="1"/>
          <p:nvPr/>
        </p:nvSpPr>
        <p:spPr>
          <a:xfrm>
            <a:off x="6208376" y="3277369"/>
            <a:ext cx="27431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Сделана система постов с лайками, проверка файла, проверка всего на сайте на высоте,</a:t>
            </a:r>
          </a:p>
        </p:txBody>
      </p:sp>
    </p:spTree>
    <p:extLst>
      <p:ext uri="{BB962C8B-B14F-4D97-AF65-F5344CB8AC3E}">
        <p14:creationId xmlns:p14="http://schemas.microsoft.com/office/powerpoint/2010/main" val="4011485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8EA8C7-4159-4357-8854-A6B9DB099DF7}"/>
              </a:ext>
            </a:extLst>
          </p:cNvPr>
          <p:cNvSpPr txBox="1"/>
          <p:nvPr/>
        </p:nvSpPr>
        <p:spPr>
          <a:xfrm>
            <a:off x="5543573" y="331304"/>
            <a:ext cx="11048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/>
              <a:t>Бот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01AD9F-E850-49BF-83DA-C27C2FE53B3D}"/>
              </a:ext>
            </a:extLst>
          </p:cNvPr>
          <p:cNvSpPr txBox="1"/>
          <p:nvPr/>
        </p:nvSpPr>
        <p:spPr>
          <a:xfrm>
            <a:off x="2812922" y="1669774"/>
            <a:ext cx="656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Главная функция бота – покупка </a:t>
            </a:r>
            <a:r>
              <a:rPr lang="ru-RU" dirty="0" err="1"/>
              <a:t>доната</a:t>
            </a:r>
            <a:r>
              <a:rPr lang="ru-RU" dirty="0"/>
              <a:t> функцией </a:t>
            </a:r>
            <a:r>
              <a:rPr lang="en-US" dirty="0"/>
              <a:t>/donate</a:t>
            </a:r>
            <a:r>
              <a:rPr lang="ru-RU" dirty="0"/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A40B80-5FBE-453A-A8ED-E433EECDDFF6}"/>
              </a:ext>
            </a:extLst>
          </p:cNvPr>
          <p:cNvSpPr txBox="1"/>
          <p:nvPr/>
        </p:nvSpPr>
        <p:spPr>
          <a:xfrm>
            <a:off x="3345599" y="2669690"/>
            <a:ext cx="5500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Для начала работы с ботом нужно написать </a:t>
            </a:r>
            <a:r>
              <a:rPr lang="en-US" dirty="0"/>
              <a:t>/start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28CA3F-F4DC-4E37-914C-EF1205A5C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967" y="3163902"/>
            <a:ext cx="7802064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466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BB3225-6C2C-478E-84B5-574095B3EFAF}"/>
              </a:ext>
            </a:extLst>
          </p:cNvPr>
          <p:cNvSpPr txBox="1"/>
          <p:nvPr/>
        </p:nvSpPr>
        <p:spPr>
          <a:xfrm>
            <a:off x="2161461" y="463827"/>
            <a:ext cx="78690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/>
              <a:t>Процесс регистрации или входа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D6F2C9-0612-4725-BED3-A0498D0B3239}"/>
              </a:ext>
            </a:extLst>
          </p:cNvPr>
          <p:cNvSpPr txBox="1"/>
          <p:nvPr/>
        </p:nvSpPr>
        <p:spPr>
          <a:xfrm>
            <a:off x="1325217" y="2120348"/>
            <a:ext cx="10004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Сначала, необходимо войти в аккаунт или зарегистрироваться, чтобы приобрести </a:t>
            </a:r>
            <a:r>
              <a:rPr lang="ru-RU" dirty="0" err="1"/>
              <a:t>донат</a:t>
            </a:r>
            <a:endParaRPr lang="ru-RU" dirty="0"/>
          </a:p>
          <a:p>
            <a:r>
              <a:rPr lang="ru-RU" dirty="0"/>
              <a:t>на сервер.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3FD5E0-C2D8-4965-BFA2-DF9A21E2D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256" y="3205373"/>
            <a:ext cx="7773485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65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C97CD4D-8043-47FF-BD8E-5F6ED9A43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731" y="966444"/>
            <a:ext cx="7792537" cy="49251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E3A6CF-E0E3-4677-8615-85DF0F654664}"/>
              </a:ext>
            </a:extLst>
          </p:cNvPr>
          <p:cNvSpPr txBox="1"/>
          <p:nvPr/>
        </p:nvSpPr>
        <p:spPr>
          <a:xfrm>
            <a:off x="4816321" y="371061"/>
            <a:ext cx="2559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Процесс регистрации:</a:t>
            </a:r>
          </a:p>
        </p:txBody>
      </p:sp>
    </p:spTree>
    <p:extLst>
      <p:ext uri="{BB962C8B-B14F-4D97-AF65-F5344CB8AC3E}">
        <p14:creationId xmlns:p14="http://schemas.microsoft.com/office/powerpoint/2010/main" val="315937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E5C5C4C-AD32-44A5-A9F6-77F7038A0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520" y="2271889"/>
            <a:ext cx="7944959" cy="3400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3FF394-AD6E-4B62-A2B5-7B7B76A32B4E}"/>
              </a:ext>
            </a:extLst>
          </p:cNvPr>
          <p:cNvSpPr txBox="1"/>
          <p:nvPr/>
        </p:nvSpPr>
        <p:spPr>
          <a:xfrm>
            <a:off x="5204857" y="1000545"/>
            <a:ext cx="1782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Процесс входа</a:t>
            </a:r>
          </a:p>
        </p:txBody>
      </p:sp>
    </p:spTree>
    <p:extLst>
      <p:ext uri="{BB962C8B-B14F-4D97-AF65-F5344CB8AC3E}">
        <p14:creationId xmlns:p14="http://schemas.microsoft.com/office/powerpoint/2010/main" val="186277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F61344-23E2-4797-A436-1524C3BC0CCF}"/>
              </a:ext>
            </a:extLst>
          </p:cNvPr>
          <p:cNvSpPr txBox="1"/>
          <p:nvPr/>
        </p:nvSpPr>
        <p:spPr>
          <a:xfrm>
            <a:off x="1258957" y="1139687"/>
            <a:ext cx="9658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После входа или регистрации можно выбрать опции пополнения баланса, чтобы купить</a:t>
            </a:r>
          </a:p>
          <a:p>
            <a:r>
              <a:rPr lang="ru-RU" dirty="0" err="1"/>
              <a:t>донат</a:t>
            </a:r>
            <a:r>
              <a:rPr lang="ru-RU" dirty="0"/>
              <a:t>.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F4D586-2091-4510-92C6-51511E297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731" y="2290603"/>
            <a:ext cx="7792537" cy="227679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F56288-2324-4C4F-9DA5-C639DCD73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967" y="4851417"/>
            <a:ext cx="7802064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542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782D9A0-07C0-4F35-8086-D2E99DD0D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205" y="1666150"/>
            <a:ext cx="7811590" cy="51918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9CC8DA-5AAE-4BEB-A185-DD3E9A158311}"/>
              </a:ext>
            </a:extLst>
          </p:cNvPr>
          <p:cNvSpPr txBox="1"/>
          <p:nvPr/>
        </p:nvSpPr>
        <p:spPr>
          <a:xfrm>
            <a:off x="3566846" y="291548"/>
            <a:ext cx="5058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Процесс проверки баланса и покупки </a:t>
            </a:r>
            <a:r>
              <a:rPr lang="ru-RU" dirty="0" err="1"/>
              <a:t>доната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C56A41-224F-4B1D-8029-F2CCCBFF4A43}"/>
              </a:ext>
            </a:extLst>
          </p:cNvPr>
          <p:cNvSpPr txBox="1"/>
          <p:nvPr/>
        </p:nvSpPr>
        <p:spPr>
          <a:xfrm>
            <a:off x="1086678" y="1046922"/>
            <a:ext cx="9507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Идет проверка, что на балансе есть достаточно денег , проверка, что этого </a:t>
            </a:r>
            <a:r>
              <a:rPr lang="ru-RU" dirty="0" err="1"/>
              <a:t>доната</a:t>
            </a:r>
            <a:r>
              <a:rPr lang="ru-RU" dirty="0"/>
              <a:t> нет</a:t>
            </a:r>
            <a:br>
              <a:rPr lang="ru-RU" dirty="0"/>
            </a:br>
            <a:r>
              <a:rPr lang="ru-RU" dirty="0"/>
              <a:t>и что </a:t>
            </a:r>
            <a:r>
              <a:rPr lang="ru-RU" dirty="0" err="1"/>
              <a:t>донат</a:t>
            </a:r>
            <a:r>
              <a:rPr lang="ru-RU" dirty="0"/>
              <a:t> не ниже текущего.</a:t>
            </a:r>
          </a:p>
        </p:txBody>
      </p:sp>
    </p:spTree>
    <p:extLst>
      <p:ext uri="{BB962C8B-B14F-4D97-AF65-F5344CB8AC3E}">
        <p14:creationId xmlns:p14="http://schemas.microsoft.com/office/powerpoint/2010/main" val="2070312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4B32148-22CD-4C16-B209-3DE3D96FF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573" y="323416"/>
            <a:ext cx="7906853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229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28CBB2B-37EA-4B0D-A22B-EDB2E4B8E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547" y="2026965"/>
            <a:ext cx="7744906" cy="44202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03B2A2-B767-4123-889C-FD1D4FEAD831}"/>
              </a:ext>
            </a:extLst>
          </p:cNvPr>
          <p:cNvSpPr txBox="1"/>
          <p:nvPr/>
        </p:nvSpPr>
        <p:spPr>
          <a:xfrm>
            <a:off x="2067339" y="755374"/>
            <a:ext cx="85838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После покупки сообщение, в котором благодарность, новый уровень </a:t>
            </a:r>
            <a:r>
              <a:rPr lang="ru-RU" dirty="0" err="1"/>
              <a:t>доната</a:t>
            </a:r>
            <a:r>
              <a:rPr lang="ru-RU" dirty="0"/>
              <a:t> и</a:t>
            </a:r>
          </a:p>
          <a:p>
            <a:r>
              <a:rPr lang="ru-RU" dirty="0"/>
              <a:t>Остаток на балансе.</a:t>
            </a:r>
          </a:p>
        </p:txBody>
      </p:sp>
    </p:spTree>
    <p:extLst>
      <p:ext uri="{BB962C8B-B14F-4D97-AF65-F5344CB8AC3E}">
        <p14:creationId xmlns:p14="http://schemas.microsoft.com/office/powerpoint/2010/main" val="985382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4DD74E6-0441-451C-B1CE-CEE46F587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84" y="3115541"/>
            <a:ext cx="7754432" cy="24292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ED753A-582F-429F-B56D-0EA04D43B8FA}"/>
              </a:ext>
            </a:extLst>
          </p:cNvPr>
          <p:cNvSpPr txBox="1"/>
          <p:nvPr/>
        </p:nvSpPr>
        <p:spPr>
          <a:xfrm>
            <a:off x="4829948" y="1128579"/>
            <a:ext cx="2532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Помощь по функциям</a:t>
            </a:r>
          </a:p>
        </p:txBody>
      </p:sp>
    </p:spTree>
    <p:extLst>
      <p:ext uri="{BB962C8B-B14F-4D97-AF65-F5344CB8AC3E}">
        <p14:creationId xmlns:p14="http://schemas.microsoft.com/office/powerpoint/2010/main" val="1059861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0E7BDFF-A6B9-43AE-8257-4FF2BF89B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678" y="4207680"/>
            <a:ext cx="7830643" cy="13051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239F10-6FF8-4A6E-B59C-292B7E6B1343}"/>
              </a:ext>
            </a:extLst>
          </p:cNvPr>
          <p:cNvSpPr txBox="1"/>
          <p:nvPr/>
        </p:nvSpPr>
        <p:spPr>
          <a:xfrm>
            <a:off x="4124305" y="1240060"/>
            <a:ext cx="39433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/>
              <a:t>Остановка бота</a:t>
            </a:r>
          </a:p>
        </p:txBody>
      </p:sp>
    </p:spTree>
    <p:extLst>
      <p:ext uri="{BB962C8B-B14F-4D97-AF65-F5344CB8AC3E}">
        <p14:creationId xmlns:p14="http://schemas.microsoft.com/office/powerpoint/2010/main" val="2977030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80E0BF-9F52-4637-A6E8-A271986E0B03}"/>
              </a:ext>
            </a:extLst>
          </p:cNvPr>
          <p:cNvSpPr txBox="1"/>
          <p:nvPr/>
        </p:nvSpPr>
        <p:spPr>
          <a:xfrm>
            <a:off x="3333064" y="2721114"/>
            <a:ext cx="55258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35652525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TM16401375[[fn=Мэдисон]]</Template>
  <TotalTime>36</TotalTime>
  <Words>112</Words>
  <Application>Microsoft Office PowerPoint</Application>
  <PresentationFormat>Широкоэкранный</PresentationFormat>
  <Paragraphs>19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PortalVTI</vt:lpstr>
      <vt:lpstr>Майнкрафт сервер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Майнкрафт сервер</dc:title>
  <dc:creator>hp</dc:creator>
  <cp:lastModifiedBy>hp</cp:lastModifiedBy>
  <cp:revision>53</cp:revision>
  <dcterms:created xsi:type="dcterms:W3CDTF">2025-05-18T12:47:42Z</dcterms:created>
  <dcterms:modified xsi:type="dcterms:W3CDTF">2025-05-18T17:57:56Z</dcterms:modified>
</cp:coreProperties>
</file>