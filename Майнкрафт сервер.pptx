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5/18/2025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4E1E48-4886-4152-BFB6-A174875C5D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/>
              <a:t>Майнкрафт</a:t>
            </a:r>
            <a:r>
              <a:rPr lang="ru-RU" dirty="0"/>
              <a:t> сервер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4E5DEA8-EF30-4708-9F8D-EF092B0D66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Глеб Уставщиков и Дархан Лыткин</a:t>
            </a:r>
          </a:p>
        </p:txBody>
      </p:sp>
    </p:spTree>
    <p:extLst>
      <p:ext uri="{BB962C8B-B14F-4D97-AF65-F5344CB8AC3E}">
        <p14:creationId xmlns:p14="http://schemas.microsoft.com/office/powerpoint/2010/main" val="852971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1485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2828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4678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8EA8C7-4159-4357-8854-A6B9DB099DF7}"/>
              </a:ext>
            </a:extLst>
          </p:cNvPr>
          <p:cNvSpPr txBox="1"/>
          <p:nvPr/>
        </p:nvSpPr>
        <p:spPr>
          <a:xfrm>
            <a:off x="5543573" y="331304"/>
            <a:ext cx="11048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/>
              <a:t>Бот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01AD9F-E850-49BF-83DA-C27C2FE53B3D}"/>
              </a:ext>
            </a:extLst>
          </p:cNvPr>
          <p:cNvSpPr txBox="1"/>
          <p:nvPr/>
        </p:nvSpPr>
        <p:spPr>
          <a:xfrm>
            <a:off x="2812922" y="1669774"/>
            <a:ext cx="656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Главная функция бота – покупка </a:t>
            </a:r>
            <a:r>
              <a:rPr lang="ru-RU" dirty="0" err="1"/>
              <a:t>доната</a:t>
            </a:r>
            <a:r>
              <a:rPr lang="ru-RU" dirty="0"/>
              <a:t> функцией </a:t>
            </a:r>
            <a:r>
              <a:rPr lang="en-US" dirty="0"/>
              <a:t>/donate</a:t>
            </a:r>
            <a:r>
              <a:rPr lang="ru-RU" dirty="0"/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A40B80-5FBE-453A-A8ED-E433EECDDFF6}"/>
              </a:ext>
            </a:extLst>
          </p:cNvPr>
          <p:cNvSpPr txBox="1"/>
          <p:nvPr/>
        </p:nvSpPr>
        <p:spPr>
          <a:xfrm>
            <a:off x="3345599" y="2669690"/>
            <a:ext cx="5500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начала работы с ботом нужно написать </a:t>
            </a:r>
            <a:r>
              <a:rPr lang="en-US" dirty="0"/>
              <a:t>/start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28CA3F-F4DC-4E37-914C-EF1205A5C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967" y="3163902"/>
            <a:ext cx="7802064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46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BB3225-6C2C-478E-84B5-574095B3EFAF}"/>
              </a:ext>
            </a:extLst>
          </p:cNvPr>
          <p:cNvSpPr txBox="1"/>
          <p:nvPr/>
        </p:nvSpPr>
        <p:spPr>
          <a:xfrm>
            <a:off x="2161461" y="463827"/>
            <a:ext cx="78690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/>
              <a:t>Процесс регистрации или входа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D6F2C9-0612-4725-BED3-A0498D0B3239}"/>
              </a:ext>
            </a:extLst>
          </p:cNvPr>
          <p:cNvSpPr txBox="1"/>
          <p:nvPr/>
        </p:nvSpPr>
        <p:spPr>
          <a:xfrm>
            <a:off x="1325217" y="2120348"/>
            <a:ext cx="100042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Сначала, необходимо войти в аккаунт или зарегистрироваться, чтобы приобрести </a:t>
            </a:r>
            <a:r>
              <a:rPr lang="ru-RU" dirty="0" err="1"/>
              <a:t>донат</a:t>
            </a:r>
            <a:endParaRPr lang="ru-RU" dirty="0"/>
          </a:p>
          <a:p>
            <a:r>
              <a:rPr lang="ru-RU" dirty="0"/>
              <a:t>на сервер.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13FD5E0-C2D8-4965-BFA2-DF9A21E2D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256" y="3205373"/>
            <a:ext cx="7773485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865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C97CD4D-8043-47FF-BD8E-5F6ED9A43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31" y="966444"/>
            <a:ext cx="7792537" cy="49251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3A6CF-E0E3-4677-8615-85DF0F654664}"/>
              </a:ext>
            </a:extLst>
          </p:cNvPr>
          <p:cNvSpPr txBox="1"/>
          <p:nvPr/>
        </p:nvSpPr>
        <p:spPr>
          <a:xfrm>
            <a:off x="4816321" y="371061"/>
            <a:ext cx="2559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регистрации:</a:t>
            </a:r>
          </a:p>
        </p:txBody>
      </p:sp>
    </p:spTree>
    <p:extLst>
      <p:ext uri="{BB962C8B-B14F-4D97-AF65-F5344CB8AC3E}">
        <p14:creationId xmlns:p14="http://schemas.microsoft.com/office/powerpoint/2010/main" val="31593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E5C5C4C-AD32-44A5-A9F6-77F7038A0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520" y="2271889"/>
            <a:ext cx="7944959" cy="34009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3FF394-AD6E-4B62-A2B5-7B7B76A32B4E}"/>
              </a:ext>
            </a:extLst>
          </p:cNvPr>
          <p:cNvSpPr txBox="1"/>
          <p:nvPr/>
        </p:nvSpPr>
        <p:spPr>
          <a:xfrm>
            <a:off x="5204857" y="1000545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входа</a:t>
            </a:r>
          </a:p>
        </p:txBody>
      </p:sp>
    </p:spTree>
    <p:extLst>
      <p:ext uri="{BB962C8B-B14F-4D97-AF65-F5344CB8AC3E}">
        <p14:creationId xmlns:p14="http://schemas.microsoft.com/office/powerpoint/2010/main" val="186277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F61344-23E2-4797-A436-1524C3BC0CCF}"/>
              </a:ext>
            </a:extLst>
          </p:cNvPr>
          <p:cNvSpPr txBox="1"/>
          <p:nvPr/>
        </p:nvSpPr>
        <p:spPr>
          <a:xfrm>
            <a:off x="1258957" y="1139687"/>
            <a:ext cx="96584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После входа или регистрации можно выбрать опции пополнения баланса, чтобы купить</a:t>
            </a:r>
          </a:p>
          <a:p>
            <a:r>
              <a:rPr lang="ru-RU" dirty="0" err="1"/>
              <a:t>донат</a:t>
            </a:r>
            <a:r>
              <a:rPr lang="ru-RU" dirty="0"/>
              <a:t>. 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7F4D586-2091-4510-92C6-51511E297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31" y="2290603"/>
            <a:ext cx="7792537" cy="227679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F56288-2324-4C4F-9DA5-C639DCD73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967" y="4851417"/>
            <a:ext cx="7802064" cy="86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542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782D9A0-07C0-4F35-8086-D2E99DD0D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205" y="1666150"/>
            <a:ext cx="7811590" cy="51918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9CC8DA-5AAE-4BEB-A185-DD3E9A158311}"/>
              </a:ext>
            </a:extLst>
          </p:cNvPr>
          <p:cNvSpPr txBox="1"/>
          <p:nvPr/>
        </p:nvSpPr>
        <p:spPr>
          <a:xfrm>
            <a:off x="3566846" y="291548"/>
            <a:ext cx="5058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проверки баланса и покупки </a:t>
            </a:r>
            <a:r>
              <a:rPr lang="ru-RU" dirty="0" err="1"/>
              <a:t>доната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C56A41-224F-4B1D-8029-F2CCCBFF4A43}"/>
              </a:ext>
            </a:extLst>
          </p:cNvPr>
          <p:cNvSpPr txBox="1"/>
          <p:nvPr/>
        </p:nvSpPr>
        <p:spPr>
          <a:xfrm>
            <a:off x="1086678" y="1046922"/>
            <a:ext cx="950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Идет проверка, что на балансе есть достаточно денег , проверка, что этого </a:t>
            </a:r>
            <a:r>
              <a:rPr lang="ru-RU" dirty="0" err="1"/>
              <a:t>доната</a:t>
            </a:r>
            <a:r>
              <a:rPr lang="ru-RU" dirty="0"/>
              <a:t> нет</a:t>
            </a:r>
            <a:br>
              <a:rPr lang="ru-RU" dirty="0"/>
            </a:br>
            <a:r>
              <a:rPr lang="ru-RU" dirty="0"/>
              <a:t>и что </a:t>
            </a:r>
            <a:r>
              <a:rPr lang="ru-RU" dirty="0" err="1"/>
              <a:t>донат</a:t>
            </a:r>
            <a:r>
              <a:rPr lang="ru-RU" dirty="0"/>
              <a:t> не ниже текущего.</a:t>
            </a:r>
          </a:p>
        </p:txBody>
      </p:sp>
    </p:spTree>
    <p:extLst>
      <p:ext uri="{BB962C8B-B14F-4D97-AF65-F5344CB8AC3E}">
        <p14:creationId xmlns:p14="http://schemas.microsoft.com/office/powerpoint/2010/main" val="2070312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4B32148-22CD-4C16-B209-3DE3D96FF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573" y="323416"/>
            <a:ext cx="7906853" cy="6211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22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28CBB2B-37EA-4B0D-A22B-EDB2E4B8E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547" y="2026965"/>
            <a:ext cx="7744906" cy="44202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03B2A2-B767-4123-889C-FD1D4FEAD831}"/>
              </a:ext>
            </a:extLst>
          </p:cNvPr>
          <p:cNvSpPr txBox="1"/>
          <p:nvPr/>
        </p:nvSpPr>
        <p:spPr>
          <a:xfrm>
            <a:off x="2067339" y="755374"/>
            <a:ext cx="85838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После покупки сообщение, в котором благодарность, новый уровень </a:t>
            </a:r>
            <a:r>
              <a:rPr lang="ru-RU" dirty="0" err="1"/>
              <a:t>доната</a:t>
            </a:r>
            <a:r>
              <a:rPr lang="ru-RU" dirty="0"/>
              <a:t> и</a:t>
            </a:r>
          </a:p>
          <a:p>
            <a:r>
              <a:rPr lang="ru-RU" dirty="0"/>
              <a:t>Остаток на балансе.</a:t>
            </a:r>
          </a:p>
        </p:txBody>
      </p:sp>
    </p:spTree>
    <p:extLst>
      <p:ext uri="{BB962C8B-B14F-4D97-AF65-F5344CB8AC3E}">
        <p14:creationId xmlns:p14="http://schemas.microsoft.com/office/powerpoint/2010/main" val="985382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4DD74E6-0441-451C-B1CE-CEE46F587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84" y="3115541"/>
            <a:ext cx="7754432" cy="24292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ED753A-582F-429F-B56D-0EA04D43B8FA}"/>
              </a:ext>
            </a:extLst>
          </p:cNvPr>
          <p:cNvSpPr txBox="1"/>
          <p:nvPr/>
        </p:nvSpPr>
        <p:spPr>
          <a:xfrm>
            <a:off x="4829948" y="1128579"/>
            <a:ext cx="2532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Помощь по функциям</a:t>
            </a:r>
          </a:p>
        </p:txBody>
      </p:sp>
    </p:spTree>
    <p:extLst>
      <p:ext uri="{BB962C8B-B14F-4D97-AF65-F5344CB8AC3E}">
        <p14:creationId xmlns:p14="http://schemas.microsoft.com/office/powerpoint/2010/main" val="1059861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0E7BDFF-A6B9-43AE-8257-4FF2BF89B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678" y="4207680"/>
            <a:ext cx="7830643" cy="13051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239F10-6FF8-4A6E-B59C-292B7E6B1343}"/>
              </a:ext>
            </a:extLst>
          </p:cNvPr>
          <p:cNvSpPr txBox="1"/>
          <p:nvPr/>
        </p:nvSpPr>
        <p:spPr>
          <a:xfrm>
            <a:off x="4124305" y="1240060"/>
            <a:ext cx="39433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/>
              <a:t>Остановка бота</a:t>
            </a:r>
          </a:p>
        </p:txBody>
      </p:sp>
    </p:spTree>
    <p:extLst>
      <p:ext uri="{BB962C8B-B14F-4D97-AF65-F5344CB8AC3E}">
        <p14:creationId xmlns:p14="http://schemas.microsoft.com/office/powerpoint/2010/main" val="2977030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80E0BF-9F52-4637-A6E8-A271986E0B03}"/>
              </a:ext>
            </a:extLst>
          </p:cNvPr>
          <p:cNvSpPr txBox="1"/>
          <p:nvPr/>
        </p:nvSpPr>
        <p:spPr>
          <a:xfrm>
            <a:off x="3333064" y="2721114"/>
            <a:ext cx="55258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83565252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Мэдисон">
  <a:themeElements>
    <a:clrScheme name="Madison">
      <a:dk1>
        <a:sysClr val="windowText" lastClr="000000"/>
      </a:dk1>
      <a:lt1>
        <a:sysClr val="window" lastClr="FFFFFF"/>
      </a:lt1>
      <a:dk2>
        <a:srgbClr val="2C2D1F"/>
      </a:dk2>
      <a:lt2>
        <a:srgbClr val="FAF2C5"/>
      </a:lt2>
      <a:accent1>
        <a:srgbClr val="EA9736"/>
      </a:accent1>
      <a:accent2>
        <a:srgbClr val="EACF56"/>
      </a:accent2>
      <a:accent3>
        <a:srgbClr val="77D4D6"/>
      </a:accent3>
      <a:accent4>
        <a:srgbClr val="54AFDC"/>
      </a:accent4>
      <a:accent5>
        <a:srgbClr val="88C363"/>
      </a:accent5>
      <a:accent6>
        <a:srgbClr val="D9D899"/>
      </a:accent6>
      <a:hlink>
        <a:srgbClr val="A7A574"/>
      </a:hlink>
      <a:folHlink>
        <a:srgbClr val="8B887A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9B359FC9-1E88-4883-B31D-CCECAE2A7B3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TM16401375[[fn=Мэдисон]]</Template>
  <TotalTime>36</TotalTime>
  <Words>112</Words>
  <Application>Microsoft Office PowerPoint</Application>
  <PresentationFormat>Широкоэкранный</PresentationFormat>
  <Paragraphs>19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MS Shell Dlg 2</vt:lpstr>
      <vt:lpstr>Wingdings</vt:lpstr>
      <vt:lpstr>Wingdings 3</vt:lpstr>
      <vt:lpstr>Мэдисон</vt:lpstr>
      <vt:lpstr>Майнкрафт сервер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Майнкрафт сервер</dc:title>
  <dc:creator>hp</dc:creator>
  <cp:lastModifiedBy>hp</cp:lastModifiedBy>
  <cp:revision>3</cp:revision>
  <dcterms:created xsi:type="dcterms:W3CDTF">2025-05-18T12:47:42Z</dcterms:created>
  <dcterms:modified xsi:type="dcterms:W3CDTF">2025-05-18T13:23:44Z</dcterms:modified>
</cp:coreProperties>
</file>